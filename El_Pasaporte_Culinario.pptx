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Buenas noches. Soy Martín Ramírez y ella es mi compañera Sabrina Bobadilla. Somos el grupo 3 y hoy vamos a presentar nuestro proyecto qué se llama Delicious Food: sabores del mundo, una experiencia en cada plato. Les vamos a mostrar cómo pensamos, diseñamos y empezamos a construir un restaurante temático internacional, tanto en su idea de negocio como en su versión web.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Todo arrancó de un problema simple: viajar para conocer otras culturas es caro, y salir a comer algo distinto muchas veces termina siendo repetitivo, siempre las mismas opciones. Nosotros pensamos: ¿y si combinamos tres cosas gastronómica, storytelling cultural y tecnología en un solo lugar?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Así nace Delicious Food: la idea es poder conocer el mundo sin salir del lugar en dónde estés. Es un restaurante temático en plena Avenida 9 de Julio que, cada semana, cambia por completo: cambia el menú, cambia la música, cambia hasta la ambientación, para transportarte a un país distinto.</a:t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¿A quién apunta esto? Identificamos tres perfiles principales: los jóvenes, que buscan salidas distintas y fotogénicas para las redes; las familias, que buscan una experiencia inmersiva con un menú variado para todas las edades; y los turistas, que están buscando una propuesta internacional en pleno centro porteño.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pensamos la experiencia del cliente en cuatro pasos: primero elige su plato en un menú interactivo; después descubre la cultura del país de la semana a través del storytelling; luego prueba la gastronomía auténtica de Italia, Japón, México y muchos más; y por último vive la ambientación, con la música y decoración del local metiéndolo de lleno en ese país.</a:t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esto no se queda solo en el local: lo llamamos 'tu pasaporte en el bolsillo'. Diseñamos una interfaz pensada para conectar al usuario con el restaurante antes, durante y después de su visita.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 un lado está el menú internacional: una carta digital con platos representativos de ocho países Italia, México, Japón, Francia, Estados Unidos, España, Canadá y Reino Unido cada uno con sus platos típicos.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 otro lado, la experiencia cultural digital: música típica, ambientación que cambia semana a semana, y noches temáticas con eventos. Todo este diseño, la parte de interfaz visual, ya está terminado: el UX/UI responsive está 100% completado.”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“Y ahora sí, para contarles cómo funciona esto por dentro y en qué estado técnico está, le paso la palabra a mi compañera.</a:t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Gracias. Ahora les cuento el motor detrás del plato: cómo está armada la web técnicamente, explicado con una metáfora de restaurante.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Primero está el salón, que es el frontend: es lo que ve el cliente, donde lee el menú interactivo, selecciona los platos y hace el pedido. Está hecho con HTML, CSS y JavaScript.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Después está la cocina, el backend: es el cerebro del sistema, hecho en PHP. Procesa la orden, válida si el usuario es cliente o jefe, y despacha la información de forma segura.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por último la despensa, la base de datos: ahí se guardan los ingredientes a largo plazo los usuarios, el menú real y el historial de pedidos usando MySQL y PDO, todo alojado en el hosting InfinityFree.</a:t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¿Y en qué punto estamos hoy? Con un criterio objetivo, medimos un avance global del 43%.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diseño y la experiencia de usuario están al 80%, prácticamente listos. El frontend, la estructura visual, está al 70%: el menú y el carrito ya funcionan en el navegador. El backend, la lógica del servidor, está en un 30%, con la autenticación inicial ya armada. Y la base de datos está en un 20%, con la conexión PDO ya establecida.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 logro técnico que queremos destacar: el panel de administración para el jefe ya no es un simple prototipo consume datos reales de pedidos y comidas, alojados en el servidor web.”</a:t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ese diagnóstico claro, organizamos lo que falta en tres niveles.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 crítico, para que funcione: reparar el error de inicio de sesión de los clientes, conectar el carrito temporal con la base de datos real, y completar las vistas que hoy están vacías en el panel de administración.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 importante, para poder comercializarlo: conectar el formulario de reservas online al backend, mejorar la seguridad implementando protecciones CSRF, y documentar a fondo la base de datos.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a futuro, para escalar: una app móvil nativa, integración directa con plataformas de delivery como Rappi, y un sistema de puntos y fidelización.</a:t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llegar a eso, armamos una hoja de ruta en cinco etapas: primero la finalización técnica, resolviendo el login y la persistencia de pedidos; después las pruebas de flujo completo, de registro a pedido a panel del jefe; el lanzamiento estable, con la web operativa y la apertura del local físico; la comercialización, promocionando el local y arrancando los eventos culturales semanales; y por último la escalabilidad, migrando de servidor y sumando nuevos países al menú.</a:t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cuanto al modelo de negocio, vemos dos vías de monetización. La primera, en el presente: el modelo B2C, el cliente final, que es el restaurante temático en sí mismo con ingresos por consumo directo, delivery y tickets para noches temáticas exclusivas, con un precio basado en el ticket promedio gastronómico local.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a futuro, un modelo B2B: licenciar esta plataforma web como un SaaS gastronómico a otros restaurantes temáticos pequeños, con una cuota mensual orientativa de entre 30 y 80 dólares por local.</a:t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cerrar: Delicious Food combina gastronomía internacional con experiencia cultural. Cada semana el local se transforma para representar un país distinto, con su comida, música y ambientación. El cliente puede ver el menú, armar su pedido y reservar su mesa desde la web, mientras nosotros gestionamos todo desde un panel propio.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 conocer el mundo, un plato a la vez. Muchas gracias.</a:t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5" name="Google Shape;85;p13"/>
          <p:cNvSpPr txBox="1"/>
          <p:nvPr/>
        </p:nvSpPr>
        <p:spPr>
          <a:xfrm>
            <a:off x="8621475" y="940525"/>
            <a:ext cx="46503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Portada</a:t>
            </a:r>
            <a:endParaRPr b="1"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8882750" y="836025"/>
            <a:ext cx="7210800" cy="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Problema y la Propuesta</a:t>
            </a:r>
            <a:endParaRPr b="1" sz="4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2706850" y="38100"/>
            <a:ext cx="10842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Público objetivo y la Experiencia</a:t>
            </a:r>
            <a:endParaRPr b="1"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9881300" y="418000"/>
            <a:ext cx="6374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