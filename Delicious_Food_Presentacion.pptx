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DELICIOUS FOOD</a:t>
            </a:r>
          </a:p>
          <a:p>
            <a:r>
              <a:t>Sabores del Mundo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Integrantes:</a:t>
            </a:r>
          </a:p>
          <a:p>
            <a:r>
              <a:t>Martin Ramirez (Líder)</a:t>
            </a:r>
          </a:p>
          <a:p>
            <a:r>
              <a:t>Sabrina Bobadilla</a:t>
            </a:r>
          </a:p>
          <a:p>
            <a:r>
              <a:t>Curso: 6to 6ta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CREATIVE STUDIO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Empresa dedicada al diseño de proyectos innovadores y creativos para emprendimientos modernos.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Nuestra Historia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Delicious Food nace para acercar culturas del mundo a través de la gastronomía.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Página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file:///C:/Users/martinr264/Documents/Proyecto%20de%20Comidas/Index.html</a:t>
            </a:r>
            <a:endParaRPr dirty="0"/>
          </a:p>
          <a:p>
            <a:r>
              <a:rPr dirty="0"/>
              <a:t>Reservas online</a:t>
            </a:r>
          </a:p>
          <a:p>
            <a:r>
              <a:rPr dirty="0"/>
              <a:t>Menú digital</a:t>
            </a:r>
          </a:p>
          <a:p>
            <a:r>
              <a:rPr dirty="0"/>
              <a:t>Eventos y redes sociales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¿Por qué nos contrataron?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Para desarrollar una propuesta creativa e innovadora de un restaurante temático internacional.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Crear un restaurante temático que permita a los clientes conocer diferentes culturas a través de la comida sin tener que estar viajando país por país.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Específicos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Platos internacionales</a:t>
            </a:r>
          </a:p>
          <a:p>
            <a:r>
              <a:t>- Experiencia cultural</a:t>
            </a:r>
          </a:p>
          <a:p>
            <a:r>
              <a:t>- Público variado</a:t>
            </a:r>
          </a:p>
          <a:p>
            <a:r>
              <a:t>- Calidad y servicio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Menú Internacional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El menú incluirá comidas típicas de países como:</a:t>
            </a:r>
            <a:endParaRPr lang="es-ES" dirty="0"/>
          </a:p>
          <a:p>
            <a:pPr fontAlgn="base"/>
            <a:r>
              <a:rPr lang="es-ES" dirty="0"/>
              <a:t>Italia (pizza, pasta, ensalada </a:t>
            </a:r>
            <a:r>
              <a:rPr lang="es-ES" dirty="0" err="1"/>
              <a:t>caprese</a:t>
            </a:r>
            <a:r>
              <a:rPr lang="es-ES" dirty="0"/>
              <a:t>, </a:t>
            </a:r>
            <a:r>
              <a:rPr lang="es-ES" dirty="0" err="1"/>
              <a:t>lasagna</a:t>
            </a:r>
            <a:r>
              <a:rPr lang="es-ES" dirty="0"/>
              <a:t>)</a:t>
            </a:r>
          </a:p>
          <a:p>
            <a:pPr fontAlgn="base"/>
            <a:r>
              <a:rPr lang="es-ES" dirty="0"/>
              <a:t>Japón (sushi, </a:t>
            </a:r>
            <a:r>
              <a:rPr lang="es-ES" dirty="0" err="1"/>
              <a:t>ramen</a:t>
            </a:r>
            <a:r>
              <a:rPr lang="es-ES" dirty="0"/>
              <a:t>, </a:t>
            </a:r>
            <a:r>
              <a:rPr lang="es-ES" dirty="0" err="1"/>
              <a:t>tempura</a:t>
            </a:r>
            <a:r>
              <a:rPr lang="es-ES" dirty="0"/>
              <a:t>, </a:t>
            </a:r>
            <a:r>
              <a:rPr lang="es-ES" dirty="0" err="1"/>
              <a:t>takoyaki</a:t>
            </a:r>
            <a:r>
              <a:rPr lang="es-ES" dirty="0"/>
              <a:t>)</a:t>
            </a:r>
          </a:p>
          <a:p>
            <a:pPr fontAlgn="base"/>
            <a:r>
              <a:rPr lang="es-ES" dirty="0"/>
              <a:t>México (tacos, burritos, moles, tamales)</a:t>
            </a:r>
          </a:p>
          <a:p>
            <a:pPr fontAlgn="base"/>
            <a:r>
              <a:rPr lang="es-ES" dirty="0"/>
              <a:t>Estados Unidos (hamburguesas, </a:t>
            </a:r>
            <a:r>
              <a:rPr lang="es-ES" dirty="0" err="1"/>
              <a:t>hot</a:t>
            </a:r>
            <a:r>
              <a:rPr lang="es-ES" dirty="0"/>
              <a:t> </a:t>
            </a:r>
            <a:r>
              <a:rPr lang="es-ES" dirty="0" err="1"/>
              <a:t>dogs</a:t>
            </a:r>
            <a:r>
              <a:rPr lang="es-ES" dirty="0"/>
              <a:t>)</a:t>
            </a:r>
          </a:p>
          <a:p>
            <a:pPr fontAlgn="base"/>
            <a:r>
              <a:rPr lang="es-ES" dirty="0"/>
              <a:t>Canadá (Jarabe de Arce (Maple </a:t>
            </a:r>
            <a:r>
              <a:rPr lang="es-ES" dirty="0" err="1"/>
              <a:t>Syrup</a:t>
            </a:r>
            <a:r>
              <a:rPr lang="es-ES" dirty="0"/>
              <a:t>)</a:t>
            </a:r>
          </a:p>
          <a:p>
            <a:pPr fontAlgn="base"/>
            <a:r>
              <a:rPr lang="es-ES" dirty="0"/>
              <a:t>Reino Unido(</a:t>
            </a:r>
            <a:r>
              <a:rPr lang="es-ES" dirty="0" err="1"/>
              <a:t>Cornish</a:t>
            </a:r>
            <a:r>
              <a:rPr lang="es-ES" dirty="0"/>
              <a:t> </a:t>
            </a:r>
            <a:r>
              <a:rPr lang="es-ES" dirty="0" err="1"/>
              <a:t>Pasty</a:t>
            </a:r>
            <a:r>
              <a:rPr lang="es-ES" dirty="0"/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Experiencia Cultural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Música</a:t>
            </a:r>
            <a:r>
              <a:rPr dirty="0"/>
              <a:t>, </a:t>
            </a:r>
            <a:r>
              <a:rPr dirty="0" err="1"/>
              <a:t>decoración</a:t>
            </a:r>
            <a:r>
              <a:rPr dirty="0"/>
              <a:t> y </a:t>
            </a:r>
            <a:r>
              <a:rPr dirty="0" err="1"/>
              <a:t>eventos</a:t>
            </a:r>
            <a:r>
              <a:rPr dirty="0"/>
              <a:t> </a:t>
            </a:r>
            <a:r>
              <a:rPr dirty="0" err="1"/>
              <a:t>temáticos</a:t>
            </a:r>
            <a:r>
              <a:rPr dirty="0"/>
              <a:t> de </a:t>
            </a:r>
            <a:r>
              <a:rPr dirty="0" err="1"/>
              <a:t>distintos</a:t>
            </a:r>
            <a:r>
              <a:rPr dirty="0"/>
              <a:t> </a:t>
            </a:r>
            <a:r>
              <a:rPr dirty="0" err="1"/>
              <a:t>países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contacto@saboresdelmundo.com</a:t>
            </a:r>
          </a:p>
          <a:p>
            <a:r>
              <a:t>Buenos Aires, Argentina</a:t>
            </a:r>
          </a:p>
          <a:p>
            <a:r>
              <a:t>@saboresdelmundo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¡Gracias!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212</Words>
  <Application>Microsoft Office PowerPoint</Application>
  <PresentationFormat>Presentación en pantalla (4:3)</PresentationFormat>
  <Paragraphs>39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DELICIOUS FOOD Sabores del Mundo</vt:lpstr>
      <vt:lpstr>CREATIVE STUDIO</vt:lpstr>
      <vt:lpstr>Nuestra Historia</vt:lpstr>
      <vt:lpstr>Página Web</vt:lpstr>
      <vt:lpstr>¿Por qué nos contrataron?</vt:lpstr>
      <vt:lpstr>Objetivo General</vt:lpstr>
      <vt:lpstr>Objetivos Específicos</vt:lpstr>
      <vt:lpstr>Menú Internacional</vt:lpstr>
      <vt:lpstr>Experiencia Cultural</vt:lpstr>
      <vt:lpstr>Contacto</vt:lpstr>
      <vt:lpstr>¡Gracias!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DELICIOUS FOOD Sabores del Mundo</dc:title>
  <dc:subject/>
  <dc:creator>Martin Alejandro Ramirez</dc:creator>
  <cp:keywords/>
  <dc:description>generated using python-pptx</dc:description>
  <cp:lastModifiedBy>Martin Alejandro Ramirez</cp:lastModifiedBy>
  <cp:revision>2</cp:revision>
  <dcterms:created xsi:type="dcterms:W3CDTF">2013-01-27T09:14:16Z</dcterms:created>
  <dcterms:modified xsi:type="dcterms:W3CDTF">2026-05-03T20:15:58Z</dcterms:modified>
  <cp:category/>
</cp:coreProperties>
</file>