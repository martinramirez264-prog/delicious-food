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otBre56Rta+1u2nb5xPNJAyaf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463050" y="1175650"/>
            <a:ext cx="1483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